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3: Memory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Science 101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pointer stores an address.</a:t>
            </a:r>
          </a:p>
          <a:p>
            <a:r>
              <a:t>&amp; returns the address of a variable.</a:t>
            </a:r>
          </a:p>
          <a:p>
            <a:r>
              <a:t>* dereferences a pointer.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指针保存地址</a:t>
            </a:r>
          </a:p>
          <a:p>
            <a:r>
              <a:t>解引用可以读改写值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